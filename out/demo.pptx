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>
                <a:solidFill>
                  <a:srgbClr val="D0D7E1"/>
                </a:solidFill>
                <a:latin typeface="Calibri"/>
              </a:rPr>
              <a:t>Revenue, regions, channels and campaign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" b="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 b="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 b="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 b="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6621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9501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 b="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 b="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 b="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 b="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 b="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 b="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307738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158276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 b="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" b="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 b="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489204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820095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F3A5F"/>
                </a:solidFill>
                <a:latin typeface="Calibri"/>
              </a:rPr>
              <a:t>Recommendations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 b="0">
                <a:solidFill>
                  <a:srgbClr val="2B2D42"/>
                </a:solidFill>
                <a:latin typeface="Calibri"/>
              </a:rPr>
              <a:t>Shift </a:t>
            </a:r>
            <a:r>
              <a:rPr sz="2200" b="1">
                <a:solidFill>
                  <a:srgbClr val="E07A5F"/>
                </a:solidFill>
                <a:latin typeface="Calibri"/>
              </a:rPr>
              <a:t>15%</a:t>
            </a:r>
            <a:r>
              <a:rPr sz="2200" b="0">
                <a:solidFill>
                  <a:srgbClr val="2B2D42"/>
                </a:solidFill>
                <a:latin typeface="Calibri"/>
              </a:rPr>
              <a:t> of trade-show budget into online retargeting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 b="0">
                <a:solidFill>
                  <a:srgbClr val="2B2D42"/>
                </a:solidFill>
                <a:latin typeface="Calibri"/>
              </a:rPr>
              <a:t>Expand the Pro tier push into the South region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 b="0">
                <a:solidFill>
                  <a:srgbClr val="2B2D42"/>
                </a:solidFill>
                <a:latin typeface="Calibri"/>
              </a:rPr>
              <a:t>Re-baseline FY27 targets off the Q4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