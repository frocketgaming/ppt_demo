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Revenue, regions, channels and campaign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0926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3673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3673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0147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6621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6621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941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4063898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5418531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07738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490618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58276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341156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E2E7ED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07A5F"/>
                </a:solidFill>
                <a:latin typeface="Calibri"/>
              </a:rPr>
              <a:t>PART TWO</a:t>
            </a:r>
          </a:p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127796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482429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155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22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0837062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966362" cy="73152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Rebalance spend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Shift </a:t>
            </a:r>
            <a:r>
              <a:rPr sz="1300" b="1">
                <a:solidFill>
                  <a:srgbClr val="E07A5F"/>
                </a:solidFill>
                <a:latin typeface="Calibri"/>
              </a:rPr>
              <a:t>15%</a:t>
            </a:r>
            <a:r>
              <a:rPr sz="1300">
                <a:solidFill>
                  <a:srgbClr val="6C757D"/>
                </a:solidFill>
                <a:latin typeface="Calibri"/>
              </a:rPr>
              <a:t> of trade-show budget into online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4112666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546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Grow Pro in the South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Expand the Pro tier push into the South region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7768132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012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Re-baseline FY27 targets off the Q4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Trade Show return on spend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weakest campaign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498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South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smallest region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0676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Q4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new quarterly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2026-09-30T11:26:08Z</dcterms:created>
  <dcterms:modified xsi:type="dcterms:W3CDTF">2026-09-30T11:26:08Z</dcterms:modified>
  <cp:category/>
</cp:coreProperties>
</file>